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4"/>
    <p:sldMasterId id="2147483662" r:id="rId5"/>
  </p:sldMasterIdLst>
  <p:notesMasterIdLst>
    <p:notesMasterId r:id="rId24"/>
  </p:notesMasterIdLst>
  <p:sldIdLst>
    <p:sldId id="452" r:id="rId6"/>
    <p:sldId id="623" r:id="rId7"/>
    <p:sldId id="624" r:id="rId8"/>
    <p:sldId id="625" r:id="rId9"/>
    <p:sldId id="626" r:id="rId10"/>
    <p:sldId id="627" r:id="rId11"/>
    <p:sldId id="628" r:id="rId12"/>
    <p:sldId id="629" r:id="rId13"/>
    <p:sldId id="613" r:id="rId14"/>
    <p:sldId id="615" r:id="rId15"/>
    <p:sldId id="616" r:id="rId16"/>
    <p:sldId id="617" r:id="rId17"/>
    <p:sldId id="618" r:id="rId18"/>
    <p:sldId id="614" r:id="rId19"/>
    <p:sldId id="619" r:id="rId20"/>
    <p:sldId id="620" r:id="rId21"/>
    <p:sldId id="621" r:id="rId22"/>
    <p:sldId id="62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5E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204685-9409-4767-9F35-B04B98FB3CF1}" v="268" dt="2025-09-26T04:14:06.541"/>
    <p1510:client id="{4F5AB5D3-6DF6-42A4-5487-E4C8343E7D6F}" v="2" dt="2025-09-26T05:41:46.1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222" autoAdjust="0"/>
  </p:normalViewPr>
  <p:slideViewPr>
    <p:cSldViewPr snapToGrid="0">
      <p:cViewPr varScale="1">
        <p:scale>
          <a:sx n="64" d="100"/>
          <a:sy n="64" d="100"/>
        </p:scale>
        <p:origin x="132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Sandate Trejo" userId="6619151e-474e-4f5f-a172-9c0cd4504c86" providerId="ADAL" clId="{9C959359-41C7-4F73-B17F-3D6F564DF79E}"/>
    <pc:docChg chg="undo custSel addSld delSld modSld sldOrd">
      <pc:chgData name="Maria Sandate Trejo" userId="6619151e-474e-4f5f-a172-9c0cd4504c86" providerId="ADAL" clId="{9C959359-41C7-4F73-B17F-3D6F564DF79E}" dt="2025-09-26T04:14:06.541" v="412"/>
      <pc:docMkLst>
        <pc:docMk/>
      </pc:docMkLst>
      <pc:sldChg chg="modSp mod">
        <pc:chgData name="Maria Sandate Trejo" userId="6619151e-474e-4f5f-a172-9c0cd4504c86" providerId="ADAL" clId="{9C959359-41C7-4F73-B17F-3D6F564DF79E}" dt="2025-09-25T05:18:55.283" v="1"/>
        <pc:sldMkLst>
          <pc:docMk/>
          <pc:sldMk cId="3283878584" sldId="452"/>
        </pc:sldMkLst>
        <pc:spChg chg="mod">
          <ac:chgData name="Maria Sandate Trejo" userId="6619151e-474e-4f5f-a172-9c0cd4504c86" providerId="ADAL" clId="{9C959359-41C7-4F73-B17F-3D6F564DF79E}" dt="2025-09-25T05:18:55.283" v="1"/>
          <ac:spMkLst>
            <pc:docMk/>
            <pc:sldMk cId="3283878584" sldId="452"/>
            <ac:spMk id="5" creationId="{93E13AF1-3824-267C-5FBB-64526E2E0375}"/>
          </ac:spMkLst>
        </pc:spChg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396572507" sldId="454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2882654563" sldId="455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3402847419" sldId="465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3590720452" sldId="466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856353404" sldId="467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477695905" sldId="468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669102" sldId="469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239248846" sldId="470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1440823039" sldId="471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320915044" sldId="473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370292373" sldId="484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1661841283" sldId="528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2714189460" sldId="577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411799858" sldId="578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3583305443" sldId="579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3304882931" sldId="580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495263532" sldId="581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433127954" sldId="582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182626359" sldId="583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3997630192" sldId="584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2603048532" sldId="585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38417722" sldId="586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601591424" sldId="587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3194470820" sldId="588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4150905934" sldId="589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788231304" sldId="590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1798545951" sldId="591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2826397979" sldId="592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1565026915" sldId="593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2630307598" sldId="595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2476209102" sldId="596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3462648604" sldId="597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1005550133" sldId="598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2460696095" sldId="599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2712855498" sldId="600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2636813352" sldId="601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2192505186" sldId="602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1284173860" sldId="604"/>
        </pc:sldMkLst>
      </pc:sldChg>
      <pc:sldChg chg="del">
        <pc:chgData name="Maria Sandate Trejo" userId="6619151e-474e-4f5f-a172-9c0cd4504c86" providerId="ADAL" clId="{9C959359-41C7-4F73-B17F-3D6F564DF79E}" dt="2025-09-25T05:21:05.996" v="11" actId="47"/>
        <pc:sldMkLst>
          <pc:docMk/>
          <pc:sldMk cId="3687886374" sldId="605"/>
        </pc:sldMkLst>
      </pc:sldChg>
      <pc:sldChg chg="addSp delSp modSp mod ord">
        <pc:chgData name="Maria Sandate Trejo" userId="6619151e-474e-4f5f-a172-9c0cd4504c86" providerId="ADAL" clId="{9C959359-41C7-4F73-B17F-3D6F564DF79E}" dt="2025-09-25T05:53:49.171" v="226"/>
        <pc:sldMkLst>
          <pc:docMk/>
          <pc:sldMk cId="3382742009" sldId="606"/>
        </pc:sldMkLst>
        <pc:spChg chg="mod">
          <ac:chgData name="Maria Sandate Trejo" userId="6619151e-474e-4f5f-a172-9c0cd4504c86" providerId="ADAL" clId="{9C959359-41C7-4F73-B17F-3D6F564DF79E}" dt="2025-09-25T05:20:41.963" v="7"/>
          <ac:spMkLst>
            <pc:docMk/>
            <pc:sldMk cId="3382742009" sldId="606"/>
            <ac:spMk id="7" creationId="{7969F6A5-3B60-48DD-A3AB-9FE802F6F80F}"/>
          </ac:spMkLst>
        </pc:spChg>
        <pc:spChg chg="del">
          <ac:chgData name="Maria Sandate Trejo" userId="6619151e-474e-4f5f-a172-9c0cd4504c86" providerId="ADAL" clId="{9C959359-41C7-4F73-B17F-3D6F564DF79E}" dt="2025-09-25T05:19:07.434" v="2" actId="478"/>
          <ac:spMkLst>
            <pc:docMk/>
            <pc:sldMk cId="3382742009" sldId="606"/>
            <ac:spMk id="44" creationId="{4B7B9E55-23FB-4F86-A929-094B6A668CE8}"/>
          </ac:spMkLst>
        </pc:spChg>
        <pc:spChg chg="del">
          <ac:chgData name="Maria Sandate Trejo" userId="6619151e-474e-4f5f-a172-9c0cd4504c86" providerId="ADAL" clId="{9C959359-41C7-4F73-B17F-3D6F564DF79E}" dt="2025-09-25T05:19:07.434" v="2" actId="478"/>
          <ac:spMkLst>
            <pc:docMk/>
            <pc:sldMk cId="3382742009" sldId="606"/>
            <ac:spMk id="47" creationId="{A2317145-72B9-4F43-B9C1-79A4D798555B}"/>
          </ac:spMkLst>
        </pc:spChg>
        <pc:spChg chg="del">
          <ac:chgData name="Maria Sandate Trejo" userId="6619151e-474e-4f5f-a172-9c0cd4504c86" providerId="ADAL" clId="{9C959359-41C7-4F73-B17F-3D6F564DF79E}" dt="2025-09-25T05:19:07.434" v="2" actId="478"/>
          <ac:spMkLst>
            <pc:docMk/>
            <pc:sldMk cId="3382742009" sldId="606"/>
            <ac:spMk id="48" creationId="{52868F41-9F1A-4BDE-B780-2278C89C73CD}"/>
          </ac:spMkLst>
        </pc:spChg>
        <pc:spChg chg="del">
          <ac:chgData name="Maria Sandate Trejo" userId="6619151e-474e-4f5f-a172-9c0cd4504c86" providerId="ADAL" clId="{9C959359-41C7-4F73-B17F-3D6F564DF79E}" dt="2025-09-25T05:19:07.434" v="2" actId="478"/>
          <ac:spMkLst>
            <pc:docMk/>
            <pc:sldMk cId="3382742009" sldId="606"/>
            <ac:spMk id="49" creationId="{2B131AC0-7857-4528-AC03-491250984860}"/>
          </ac:spMkLst>
        </pc:spChg>
        <pc:grpChg chg="del">
          <ac:chgData name="Maria Sandate Trejo" userId="6619151e-474e-4f5f-a172-9c0cd4504c86" providerId="ADAL" clId="{9C959359-41C7-4F73-B17F-3D6F564DF79E}" dt="2025-09-25T05:19:07.434" v="2" actId="478"/>
          <ac:grpSpMkLst>
            <pc:docMk/>
            <pc:sldMk cId="3382742009" sldId="606"/>
            <ac:grpSpMk id="5" creationId="{17F983C1-4881-4871-B5BE-81324C8908CF}"/>
          </ac:grpSpMkLst>
        </pc:grpChg>
        <pc:grpChg chg="del">
          <ac:chgData name="Maria Sandate Trejo" userId="6619151e-474e-4f5f-a172-9c0cd4504c86" providerId="ADAL" clId="{9C959359-41C7-4F73-B17F-3D6F564DF79E}" dt="2025-09-25T05:19:07.434" v="2" actId="478"/>
          <ac:grpSpMkLst>
            <pc:docMk/>
            <pc:sldMk cId="3382742009" sldId="606"/>
            <ac:grpSpMk id="19" creationId="{F4FAE327-16A7-454E-AC63-BD2DDCABA3F7}"/>
          </ac:grpSpMkLst>
        </pc:grpChg>
        <pc:grpChg chg="del">
          <ac:chgData name="Maria Sandate Trejo" userId="6619151e-474e-4f5f-a172-9c0cd4504c86" providerId="ADAL" clId="{9C959359-41C7-4F73-B17F-3D6F564DF79E}" dt="2025-09-25T05:19:07.434" v="2" actId="478"/>
          <ac:grpSpMkLst>
            <pc:docMk/>
            <pc:sldMk cId="3382742009" sldId="606"/>
            <ac:grpSpMk id="22" creationId="{5FBEDE22-BEB2-417B-A1A6-8C89D7DE6B35}"/>
          </ac:grpSpMkLst>
        </pc:grpChg>
        <pc:grpChg chg="del">
          <ac:chgData name="Maria Sandate Trejo" userId="6619151e-474e-4f5f-a172-9c0cd4504c86" providerId="ADAL" clId="{9C959359-41C7-4F73-B17F-3D6F564DF79E}" dt="2025-09-25T05:19:07.434" v="2" actId="478"/>
          <ac:grpSpMkLst>
            <pc:docMk/>
            <pc:sldMk cId="3382742009" sldId="606"/>
            <ac:grpSpMk id="25" creationId="{1063AA3A-03B5-415B-8C76-CDBDF2B62EBE}"/>
          </ac:grpSpMkLst>
        </pc:grpChg>
        <pc:grpChg chg="del">
          <ac:chgData name="Maria Sandate Trejo" userId="6619151e-474e-4f5f-a172-9c0cd4504c86" providerId="ADAL" clId="{9C959359-41C7-4F73-B17F-3D6F564DF79E}" dt="2025-09-25T05:19:07.434" v="2" actId="478"/>
          <ac:grpSpMkLst>
            <pc:docMk/>
            <pc:sldMk cId="3382742009" sldId="606"/>
            <ac:grpSpMk id="31" creationId="{CAA03F0F-6228-4C36-A25E-48B23B90395C}"/>
          </ac:grpSpMkLst>
        </pc:grpChg>
        <pc:grpChg chg="del">
          <ac:chgData name="Maria Sandate Trejo" userId="6619151e-474e-4f5f-a172-9c0cd4504c86" providerId="ADAL" clId="{9C959359-41C7-4F73-B17F-3D6F564DF79E}" dt="2025-09-25T05:19:07.434" v="2" actId="478"/>
          <ac:grpSpMkLst>
            <pc:docMk/>
            <pc:sldMk cId="3382742009" sldId="606"/>
            <ac:grpSpMk id="40" creationId="{3CBB6BBD-52FC-41CF-AFCF-A73F10B54B22}"/>
          </ac:grpSpMkLst>
        </pc:grpChg>
        <pc:picChg chg="add del mod">
          <ac:chgData name="Maria Sandate Trejo" userId="6619151e-474e-4f5f-a172-9c0cd4504c86" providerId="ADAL" clId="{9C959359-41C7-4F73-B17F-3D6F564DF79E}" dt="2025-09-25T05:53:06.232" v="221" actId="478"/>
          <ac:picMkLst>
            <pc:docMk/>
            <pc:sldMk cId="3382742009" sldId="606"/>
            <ac:picMk id="6" creationId="{3BC00630-A565-99C9-1E34-990191D0CA37}"/>
          </ac:picMkLst>
        </pc:picChg>
        <pc:picChg chg="add mod">
          <ac:chgData name="Maria Sandate Trejo" userId="6619151e-474e-4f5f-a172-9c0cd4504c86" providerId="ADAL" clId="{9C959359-41C7-4F73-B17F-3D6F564DF79E}" dt="2025-09-25T05:53:38.908" v="224" actId="14100"/>
          <ac:picMkLst>
            <pc:docMk/>
            <pc:sldMk cId="3382742009" sldId="606"/>
            <ac:picMk id="9" creationId="{D3385E45-ED0B-DF1F-687C-76D45075BEC9}"/>
          </ac:picMkLst>
        </pc:picChg>
      </pc:sldChg>
      <pc:sldChg chg="addSp delSp modSp add mod">
        <pc:chgData name="Maria Sandate Trejo" userId="6619151e-474e-4f5f-a172-9c0cd4504c86" providerId="ADAL" clId="{9C959359-41C7-4F73-B17F-3D6F564DF79E}" dt="2025-09-25T05:34:02.935" v="73" actId="20577"/>
        <pc:sldMkLst>
          <pc:docMk/>
          <pc:sldMk cId="627638451" sldId="607"/>
        </pc:sldMkLst>
        <pc:spChg chg="add mod">
          <ac:chgData name="Maria Sandate Trejo" userId="6619151e-474e-4f5f-a172-9c0cd4504c86" providerId="ADAL" clId="{9C959359-41C7-4F73-B17F-3D6F564DF79E}" dt="2025-09-25T05:34:02.935" v="73" actId="20577"/>
          <ac:spMkLst>
            <pc:docMk/>
            <pc:sldMk cId="627638451" sldId="607"/>
            <ac:spMk id="2" creationId="{B4614407-906F-5988-5815-6DB92AFEE17F}"/>
          </ac:spMkLst>
        </pc:spChg>
        <pc:spChg chg="mod">
          <ac:chgData name="Maria Sandate Trejo" userId="6619151e-474e-4f5f-a172-9c0cd4504c86" providerId="ADAL" clId="{9C959359-41C7-4F73-B17F-3D6F564DF79E}" dt="2025-09-25T05:25:52.557" v="41" actId="20577"/>
          <ac:spMkLst>
            <pc:docMk/>
            <pc:sldMk cId="627638451" sldId="607"/>
            <ac:spMk id="7" creationId="{1E712E0B-D02D-AD94-5DBE-1E14D0611A18}"/>
          </ac:spMkLst>
        </pc:spChg>
        <pc:picChg chg="add">
          <ac:chgData name="Maria Sandate Trejo" userId="6619151e-474e-4f5f-a172-9c0cd4504c86" providerId="ADAL" clId="{9C959359-41C7-4F73-B17F-3D6F564DF79E}" dt="2025-09-25T05:25:28.169" v="28"/>
          <ac:picMkLst>
            <pc:docMk/>
            <pc:sldMk cId="627638451" sldId="607"/>
            <ac:picMk id="3" creationId="{BE7DC674-FE49-865C-2A87-C650FBDE2F65}"/>
          </ac:picMkLst>
        </pc:picChg>
        <pc:picChg chg="del">
          <ac:chgData name="Maria Sandate Trejo" userId="6619151e-474e-4f5f-a172-9c0cd4504c86" providerId="ADAL" clId="{9C959359-41C7-4F73-B17F-3D6F564DF79E}" dt="2025-09-25T05:21:46.128" v="15" actId="478"/>
          <ac:picMkLst>
            <pc:docMk/>
            <pc:sldMk cId="627638451" sldId="607"/>
            <ac:picMk id="6" creationId="{22BEB76B-CDB3-DF03-419E-1ACE89CFAB9C}"/>
          </ac:picMkLst>
        </pc:picChg>
      </pc:sldChg>
      <pc:sldChg chg="add del">
        <pc:chgData name="Maria Sandate Trejo" userId="6619151e-474e-4f5f-a172-9c0cd4504c86" providerId="ADAL" clId="{9C959359-41C7-4F73-B17F-3D6F564DF79E}" dt="2025-09-25T05:21:20.638" v="13"/>
        <pc:sldMkLst>
          <pc:docMk/>
          <pc:sldMk cId="3305932159" sldId="607"/>
        </pc:sldMkLst>
      </pc:sldChg>
      <pc:sldChg chg="modSp add del mod">
        <pc:chgData name="Maria Sandate Trejo" userId="6619151e-474e-4f5f-a172-9c0cd4504c86" providerId="ADAL" clId="{9C959359-41C7-4F73-B17F-3D6F564DF79E}" dt="2025-09-25T05:56:44.256" v="258" actId="47"/>
        <pc:sldMkLst>
          <pc:docMk/>
          <pc:sldMk cId="497558900" sldId="608"/>
        </pc:sldMkLst>
        <pc:spChg chg="mod">
          <ac:chgData name="Maria Sandate Trejo" userId="6619151e-474e-4f5f-a172-9c0cd4504c86" providerId="ADAL" clId="{9C959359-41C7-4F73-B17F-3D6F564DF79E}" dt="2025-09-25T05:56:30.457" v="257" actId="20577"/>
          <ac:spMkLst>
            <pc:docMk/>
            <pc:sldMk cId="497558900" sldId="608"/>
            <ac:spMk id="2" creationId="{BB5ADA80-7339-0ECC-7342-FD5080287424}"/>
          </ac:spMkLst>
        </pc:spChg>
      </pc:sldChg>
      <pc:sldChg chg="add del">
        <pc:chgData name="Maria Sandate Trejo" userId="6619151e-474e-4f5f-a172-9c0cd4504c86" providerId="ADAL" clId="{9C959359-41C7-4F73-B17F-3D6F564DF79E}" dt="2025-09-25T05:25:28.036" v="27"/>
        <pc:sldMkLst>
          <pc:docMk/>
          <pc:sldMk cId="3006540786" sldId="608"/>
        </pc:sldMkLst>
      </pc:sldChg>
      <pc:sldChg chg="modSp add mod">
        <pc:chgData name="Maria Sandate Trejo" userId="6619151e-474e-4f5f-a172-9c0cd4504c86" providerId="ADAL" clId="{9C959359-41C7-4F73-B17F-3D6F564DF79E}" dt="2025-09-25T06:01:25.354" v="274" actId="255"/>
        <pc:sldMkLst>
          <pc:docMk/>
          <pc:sldMk cId="3771422952" sldId="609"/>
        </pc:sldMkLst>
        <pc:spChg chg="mod">
          <ac:chgData name="Maria Sandate Trejo" userId="6619151e-474e-4f5f-a172-9c0cd4504c86" providerId="ADAL" clId="{9C959359-41C7-4F73-B17F-3D6F564DF79E}" dt="2025-09-25T06:01:25.354" v="274" actId="255"/>
          <ac:spMkLst>
            <pc:docMk/>
            <pc:sldMk cId="3771422952" sldId="609"/>
            <ac:spMk id="2" creationId="{CF085077-B84E-6599-5E39-2A262D78F60F}"/>
          </ac:spMkLst>
        </pc:spChg>
        <pc:spChg chg="mod">
          <ac:chgData name="Maria Sandate Trejo" userId="6619151e-474e-4f5f-a172-9c0cd4504c86" providerId="ADAL" clId="{9C959359-41C7-4F73-B17F-3D6F564DF79E}" dt="2025-09-25T05:34:48.110" v="76"/>
          <ac:spMkLst>
            <pc:docMk/>
            <pc:sldMk cId="3771422952" sldId="609"/>
            <ac:spMk id="7" creationId="{445B1939-D428-BEB1-0EF1-3367EDBAEC7A}"/>
          </ac:spMkLst>
        </pc:spChg>
      </pc:sldChg>
      <pc:sldChg chg="modSp add mod">
        <pc:chgData name="Maria Sandate Trejo" userId="6619151e-474e-4f5f-a172-9c0cd4504c86" providerId="ADAL" clId="{9C959359-41C7-4F73-B17F-3D6F564DF79E}" dt="2025-09-26T04:14:06.541" v="412"/>
        <pc:sldMkLst>
          <pc:docMk/>
          <pc:sldMk cId="196329493" sldId="610"/>
        </pc:sldMkLst>
        <pc:spChg chg="mod">
          <ac:chgData name="Maria Sandate Trejo" userId="6619151e-474e-4f5f-a172-9c0cd4504c86" providerId="ADAL" clId="{9C959359-41C7-4F73-B17F-3D6F564DF79E}" dt="2025-09-26T04:14:06.541" v="412"/>
          <ac:spMkLst>
            <pc:docMk/>
            <pc:sldMk cId="196329493" sldId="610"/>
            <ac:spMk id="2" creationId="{E1B53C47-27C2-A233-0523-4908018B4180}"/>
          </ac:spMkLst>
        </pc:spChg>
        <pc:spChg chg="mod">
          <ac:chgData name="Maria Sandate Trejo" userId="6619151e-474e-4f5f-a172-9c0cd4504c86" providerId="ADAL" clId="{9C959359-41C7-4F73-B17F-3D6F564DF79E}" dt="2025-09-25T05:36:57.645" v="94"/>
          <ac:spMkLst>
            <pc:docMk/>
            <pc:sldMk cId="196329493" sldId="610"/>
            <ac:spMk id="7" creationId="{F9524CEF-192C-969E-B7B8-363B3CD0EA77}"/>
          </ac:spMkLst>
        </pc:spChg>
      </pc:sldChg>
      <pc:sldChg chg="modSp add mod">
        <pc:chgData name="Maria Sandate Trejo" userId="6619151e-474e-4f5f-a172-9c0cd4504c86" providerId="ADAL" clId="{9C959359-41C7-4F73-B17F-3D6F564DF79E}" dt="2025-09-25T05:59:10.944" v="267" actId="20577"/>
        <pc:sldMkLst>
          <pc:docMk/>
          <pc:sldMk cId="1075061015" sldId="611"/>
        </pc:sldMkLst>
        <pc:spChg chg="mod">
          <ac:chgData name="Maria Sandate Trejo" userId="6619151e-474e-4f5f-a172-9c0cd4504c86" providerId="ADAL" clId="{9C959359-41C7-4F73-B17F-3D6F564DF79E}" dt="2025-09-25T05:59:10.944" v="267" actId="20577"/>
          <ac:spMkLst>
            <pc:docMk/>
            <pc:sldMk cId="1075061015" sldId="611"/>
            <ac:spMk id="2" creationId="{E10E63D3-82AD-A6E9-34FB-32758096D743}"/>
          </ac:spMkLst>
        </pc:spChg>
        <pc:spChg chg="mod">
          <ac:chgData name="Maria Sandate Trejo" userId="6619151e-474e-4f5f-a172-9c0cd4504c86" providerId="ADAL" clId="{9C959359-41C7-4F73-B17F-3D6F564DF79E}" dt="2025-09-25T05:47:00.693" v="165"/>
          <ac:spMkLst>
            <pc:docMk/>
            <pc:sldMk cId="1075061015" sldId="611"/>
            <ac:spMk id="7" creationId="{2F9CFB4A-55F4-64D4-4CF9-75A8B5190C72}"/>
          </ac:spMkLst>
        </pc:spChg>
      </pc:sldChg>
      <pc:sldChg chg="modSp add mod">
        <pc:chgData name="Maria Sandate Trejo" userId="6619151e-474e-4f5f-a172-9c0cd4504c86" providerId="ADAL" clId="{9C959359-41C7-4F73-B17F-3D6F564DF79E}" dt="2025-09-25T05:54:48.567" v="243" actId="2710"/>
        <pc:sldMkLst>
          <pc:docMk/>
          <pc:sldMk cId="3605659390" sldId="612"/>
        </pc:sldMkLst>
        <pc:spChg chg="mod">
          <ac:chgData name="Maria Sandate Trejo" userId="6619151e-474e-4f5f-a172-9c0cd4504c86" providerId="ADAL" clId="{9C959359-41C7-4F73-B17F-3D6F564DF79E}" dt="2025-09-25T05:54:48.567" v="243" actId="2710"/>
          <ac:spMkLst>
            <pc:docMk/>
            <pc:sldMk cId="3605659390" sldId="612"/>
            <ac:spMk id="2" creationId="{158CD409-C8F9-BE78-B226-00AC6790A06E}"/>
          </ac:spMkLst>
        </pc:spChg>
        <pc:spChg chg="mod">
          <ac:chgData name="Maria Sandate Trejo" userId="6619151e-474e-4f5f-a172-9c0cd4504c86" providerId="ADAL" clId="{9C959359-41C7-4F73-B17F-3D6F564DF79E}" dt="2025-09-25T05:53:59.767" v="236" actId="20577"/>
          <ac:spMkLst>
            <pc:docMk/>
            <pc:sldMk cId="3605659390" sldId="612"/>
            <ac:spMk id="7" creationId="{CB37131E-876B-D84D-D867-59AA6314D2F3}"/>
          </ac:spMkLst>
        </pc:spChg>
      </pc:sldChg>
      <pc:sldChg chg="addSp modSp add mod">
        <pc:chgData name="Maria Sandate Trejo" userId="6619151e-474e-4f5f-a172-9c0cd4504c86" providerId="ADAL" clId="{9C959359-41C7-4F73-B17F-3D6F564DF79E}" dt="2025-09-25T06:05:50.758" v="329" actId="20577"/>
        <pc:sldMkLst>
          <pc:docMk/>
          <pc:sldMk cId="1704826437" sldId="613"/>
        </pc:sldMkLst>
        <pc:spChg chg="mod">
          <ac:chgData name="Maria Sandate Trejo" userId="6619151e-474e-4f5f-a172-9c0cd4504c86" providerId="ADAL" clId="{9C959359-41C7-4F73-B17F-3D6F564DF79E}" dt="2025-09-25T06:05:50.758" v="329" actId="20577"/>
          <ac:spMkLst>
            <pc:docMk/>
            <pc:sldMk cId="1704826437" sldId="613"/>
            <ac:spMk id="2" creationId="{8DC548B2-7B7F-4C11-5459-9C91EB949E42}"/>
          </ac:spMkLst>
        </pc:spChg>
        <pc:spChg chg="add">
          <ac:chgData name="Maria Sandate Trejo" userId="6619151e-474e-4f5f-a172-9c0cd4504c86" providerId="ADAL" clId="{9C959359-41C7-4F73-B17F-3D6F564DF79E}" dt="2025-09-25T06:05:13.969" v="322"/>
          <ac:spMkLst>
            <pc:docMk/>
            <pc:sldMk cId="1704826437" sldId="613"/>
            <ac:spMk id="3" creationId="{B44742DA-AE49-BC97-02B1-1E430D03F237}"/>
          </ac:spMkLst>
        </pc:spChg>
        <pc:spChg chg="add">
          <ac:chgData name="Maria Sandate Trejo" userId="6619151e-474e-4f5f-a172-9c0cd4504c86" providerId="ADAL" clId="{9C959359-41C7-4F73-B17F-3D6F564DF79E}" dt="2025-09-25T06:05:18.715" v="323"/>
          <ac:spMkLst>
            <pc:docMk/>
            <pc:sldMk cId="1704826437" sldId="613"/>
            <ac:spMk id="4" creationId="{CC637554-9960-BE41-3F34-8433C64A2BCA}"/>
          </ac:spMkLst>
        </pc:spChg>
        <pc:spChg chg="add">
          <ac:chgData name="Maria Sandate Trejo" userId="6619151e-474e-4f5f-a172-9c0cd4504c86" providerId="ADAL" clId="{9C959359-41C7-4F73-B17F-3D6F564DF79E}" dt="2025-09-25T06:05:28.796" v="324"/>
          <ac:spMkLst>
            <pc:docMk/>
            <pc:sldMk cId="1704826437" sldId="613"/>
            <ac:spMk id="5" creationId="{ECE1D7BC-E04B-B9C0-5FBF-7B5CA0DB2B34}"/>
          </ac:spMkLst>
        </pc:spChg>
        <pc:spChg chg="mod">
          <ac:chgData name="Maria Sandate Trejo" userId="6619151e-474e-4f5f-a172-9c0cd4504c86" providerId="ADAL" clId="{9C959359-41C7-4F73-B17F-3D6F564DF79E}" dt="2025-09-25T06:02:02.344" v="294" actId="20577"/>
          <ac:spMkLst>
            <pc:docMk/>
            <pc:sldMk cId="1704826437" sldId="613"/>
            <ac:spMk id="7" creationId="{FE93C10E-962F-2672-2B62-F5E54672A68E}"/>
          </ac:spMkLst>
        </pc:spChg>
      </pc:sldChg>
    </pc:docChg>
  </pc:docChgLst>
  <pc:docChgLst>
    <pc:chgData name="Titoh Sheriff" userId="S::tsheriff00@mylangara.ca::f03d5e75-a8dc-41c1-afb6-755920f6d187" providerId="AD" clId="Web-{4F5AB5D3-6DF6-42A4-5487-E4C8343E7D6F}"/>
    <pc:docChg chg="modSld">
      <pc:chgData name="Titoh Sheriff" userId="S::tsheriff00@mylangara.ca::f03d5e75-a8dc-41c1-afb6-755920f6d187" providerId="AD" clId="Web-{4F5AB5D3-6DF6-42A4-5487-E4C8343E7D6F}" dt="2025-09-26T05:41:41.712" v="0" actId="20577"/>
      <pc:docMkLst>
        <pc:docMk/>
      </pc:docMkLst>
      <pc:sldChg chg="modSp">
        <pc:chgData name="Titoh Sheriff" userId="S::tsheriff00@mylangara.ca::f03d5e75-a8dc-41c1-afb6-755920f6d187" providerId="AD" clId="Web-{4F5AB5D3-6DF6-42A4-5487-E4C8343E7D6F}" dt="2025-09-26T05:41:41.712" v="0" actId="20577"/>
        <pc:sldMkLst>
          <pc:docMk/>
          <pc:sldMk cId="3283878584" sldId="452"/>
        </pc:sldMkLst>
        <pc:spChg chg="mod">
          <ac:chgData name="Titoh Sheriff" userId="S::tsheriff00@mylangara.ca::f03d5e75-a8dc-41c1-afb6-755920f6d187" providerId="AD" clId="Web-{4F5AB5D3-6DF6-42A4-5487-E4C8343E7D6F}" dt="2025-09-26T05:41:41.712" v="0" actId="20577"/>
          <ac:spMkLst>
            <pc:docMk/>
            <pc:sldMk cId="3283878584" sldId="452"/>
            <ac:spMk id="5" creationId="{93E13AF1-3824-267C-5FBB-64526E2E037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20A2CB-105A-41EC-AF42-2324BEBC12EA}" type="datetimeFigureOut">
              <a:t>11/17/2025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893830-90D5-42D7-885A-4FBC2F943DF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065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698500"/>
            <a:ext cx="6207125" cy="34925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1F758E-DBAF-4408-82F3-BDD7DC9F3B64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7711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Every day, thousands of scientific papers are published… and most of that knowledge gets buried. Not because the science is wrong, but because the information is disorganized.</a:t>
            </a:r>
          </a:p>
          <a:p>
            <a:r>
              <a:rPr lang="en-CA" dirty="0"/>
              <a:t>When we started working with the HAL database, I realized something important: researchers are producing knowledge faster than we can structure it. And without structure, knowledge gets lost. That’s where this project was born. </a:t>
            </a:r>
            <a:r>
              <a:rPr lang="en-CA" dirty="0" err="1"/>
              <a:t>SciKey</a:t>
            </a:r>
            <a:r>
              <a:rPr lang="en-CA" dirty="0"/>
              <a:t> is our attempt to close that gap and help machines understand a scientific language that humans write in a thousand different ways.”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93830-90D5-42D7-885A-4FBC2F943DFB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1567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ABAB0-A4AD-1AE3-EC8B-D4737CB19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1F40B0-D6AC-62D2-647D-7B01555324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B501BF-E00B-C620-05C4-86E7161D3C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A6526D-FADD-BE7D-4C0B-58E19F67D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93830-90D5-42D7-885A-4FBC2F943DFB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87547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003301"/>
            <a:ext cx="10972800" cy="2397313"/>
          </a:xfrm>
          <a:prstGeom prst="rect">
            <a:avLst/>
          </a:prstGeom>
        </p:spPr>
        <p:txBody>
          <a:bodyPr anchor="b" anchorCtr="0"/>
          <a:lstStyle>
            <a:lvl1pPr>
              <a:defRPr sz="5400" b="1" i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3400612"/>
            <a:ext cx="10972800" cy="295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b="1" i="0" cap="all" spc="8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1267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771526"/>
            <a:ext cx="10972800" cy="724087"/>
          </a:xfrm>
          <a:prstGeom prst="rect">
            <a:avLst/>
          </a:prstGeom>
        </p:spPr>
        <p:txBody>
          <a:bodyPr/>
          <a:lstStyle>
            <a:lvl1pPr>
              <a:defRPr sz="3800" b="1" i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style.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1495612"/>
            <a:ext cx="10972800" cy="295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1" i="0" cap="all" spc="8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half" idx="12" hasCustomPrompt="1"/>
          </p:nvPr>
        </p:nvSpPr>
        <p:spPr>
          <a:xfrm>
            <a:off x="609601" y="2108201"/>
            <a:ext cx="10972800" cy="336550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 sz="1600" baseline="0"/>
            </a:lvl1pPr>
            <a:lvl2pPr marL="742950" indent="-285750">
              <a:buFont typeface="Arial" charset="0"/>
              <a:buChar char="•"/>
              <a:defRPr sz="2000" baseline="0"/>
            </a:lvl2pPr>
            <a:lvl3pPr marL="1143000" indent="-228600">
              <a:buFont typeface="Arial" charset="0"/>
              <a:buChar char="•"/>
              <a:defRPr sz="1800" baseline="0"/>
            </a:lvl3pPr>
            <a:lvl4pPr marL="1600200" indent="-228600">
              <a:buFont typeface="Arial" charset="0"/>
              <a:buChar char="•"/>
              <a:defRPr sz="1600" baseline="0"/>
            </a:lvl4pPr>
            <a:lvl5pPr marL="2057400" indent="-228600">
              <a:buFont typeface="Arial" charset="0"/>
              <a:buChar char="•"/>
              <a:defRPr sz="1400" baseline="0"/>
            </a:lvl5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7486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825626"/>
            <a:ext cx="5156200" cy="3673475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 sz="2200" baseline="0"/>
            </a:lvl1pPr>
            <a:lvl2pPr marL="742950" indent="-285750">
              <a:buFont typeface="Arial" charset="0"/>
              <a:buChar char="•"/>
              <a:defRPr sz="2000" baseline="0"/>
            </a:lvl2pPr>
            <a:lvl3pPr marL="1143000" indent="-228600">
              <a:buFont typeface="Arial" charset="0"/>
              <a:buChar char="•"/>
              <a:defRPr sz="1800" baseline="0"/>
            </a:lvl3pPr>
            <a:lvl4pPr marL="1600200" indent="-228600">
              <a:buFont typeface="Arial" charset="0"/>
              <a:buChar char="•"/>
              <a:defRPr sz="1600" baseline="0"/>
            </a:lvl4pPr>
            <a:lvl5pPr marL="2057400" indent="-228600">
              <a:buFont typeface="Arial" charset="0"/>
              <a:buChar char="•"/>
              <a:defRPr sz="1400" baseline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581026"/>
            <a:ext cx="10972800" cy="724087"/>
          </a:xfrm>
          <a:prstGeom prst="rect">
            <a:avLst/>
          </a:prstGeom>
        </p:spPr>
        <p:txBody>
          <a:bodyPr/>
          <a:lstStyle>
            <a:lvl1pPr>
              <a:defRPr sz="3800" b="1" i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style.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0" hasCustomPrompt="1"/>
          </p:nvPr>
        </p:nvSpPr>
        <p:spPr>
          <a:xfrm>
            <a:off x="609600" y="1305112"/>
            <a:ext cx="10972800" cy="295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1" i="0" cap="all" spc="8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6426200" y="1825625"/>
            <a:ext cx="5156200" cy="3673475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 sz="2200" baseline="0"/>
            </a:lvl1pPr>
            <a:lvl2pPr marL="742950" indent="-285750">
              <a:buFont typeface="Arial" charset="0"/>
              <a:buChar char="•"/>
              <a:defRPr sz="2000" baseline="0"/>
            </a:lvl2pPr>
            <a:lvl3pPr marL="1143000" indent="-228600">
              <a:buFont typeface="Arial" charset="0"/>
              <a:buChar char="•"/>
              <a:defRPr sz="1800" baseline="0"/>
            </a:lvl3pPr>
            <a:lvl4pPr marL="1600200" indent="-228600">
              <a:buFont typeface="Arial" charset="0"/>
              <a:buChar char="•"/>
              <a:defRPr sz="1600" baseline="0"/>
            </a:lvl4pPr>
            <a:lvl5pPr marL="2057400" indent="-228600">
              <a:buFont typeface="Arial" charset="0"/>
              <a:buChar char="•"/>
              <a:defRPr sz="1400" baseline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3446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1" y="1803400"/>
            <a:ext cx="5389033" cy="520888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350" b="1" cap="all" spc="8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 styles </a:t>
            </a:r>
            <a:r>
              <a:rPr lang="mr-IN"/>
              <a:t>–</a:t>
            </a:r>
            <a:r>
              <a:rPr lang="en-US"/>
              <a:t> option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1" y="2324287"/>
            <a:ext cx="5389033" cy="3149413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 sz="2200" baseline="0"/>
            </a:lvl1pPr>
            <a:lvl2pPr marL="742950" indent="-285750">
              <a:buFont typeface="Arial" charset="0"/>
              <a:buChar char="•"/>
              <a:defRPr sz="2000" baseline="0"/>
            </a:lvl2pPr>
            <a:lvl3pPr marL="1143000" indent="-228600">
              <a:buFont typeface="Arial" charset="0"/>
              <a:buChar char="•"/>
              <a:defRPr sz="1800" baseline="0"/>
            </a:lvl3pPr>
            <a:lvl4pPr marL="1600200" indent="-228600">
              <a:buFont typeface="Arial" charset="0"/>
              <a:buChar char="•"/>
              <a:defRPr sz="1600" baseline="0"/>
            </a:lvl4pPr>
            <a:lvl5pPr marL="2057400" indent="-228600">
              <a:buFont typeface="Arial" charset="0"/>
              <a:buChar char="•"/>
              <a:defRPr sz="1400" baseline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581026"/>
            <a:ext cx="10972800" cy="724087"/>
          </a:xfrm>
          <a:prstGeom prst="rect">
            <a:avLst/>
          </a:prstGeom>
        </p:spPr>
        <p:txBody>
          <a:bodyPr/>
          <a:lstStyle>
            <a:lvl1pPr>
              <a:defRPr sz="3800" b="1" i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style.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0" hasCustomPrompt="1"/>
          </p:nvPr>
        </p:nvSpPr>
        <p:spPr>
          <a:xfrm>
            <a:off x="609600" y="1305112"/>
            <a:ext cx="10972800" cy="295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1" i="0" cap="all" spc="8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6193368" y="1803400"/>
            <a:ext cx="5389033" cy="520888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350" b="1" cap="all" spc="8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 styles </a:t>
            </a:r>
            <a:r>
              <a:rPr lang="mr-IN"/>
              <a:t>–</a:t>
            </a:r>
            <a:r>
              <a:rPr lang="en-US"/>
              <a:t> option 2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12" hasCustomPrompt="1"/>
          </p:nvPr>
        </p:nvSpPr>
        <p:spPr>
          <a:xfrm>
            <a:off x="6193368" y="2324287"/>
            <a:ext cx="5389033" cy="3149413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 sz="2200" baseline="0"/>
            </a:lvl1pPr>
            <a:lvl2pPr marL="742950" indent="-285750">
              <a:buFont typeface="Arial" charset="0"/>
              <a:buChar char="•"/>
              <a:defRPr sz="2000" baseline="0"/>
            </a:lvl2pPr>
            <a:lvl3pPr marL="1143000" indent="-228600">
              <a:buFont typeface="Arial" charset="0"/>
              <a:buChar char="•"/>
              <a:defRPr sz="1800" baseline="0"/>
            </a:lvl3pPr>
            <a:lvl4pPr marL="1600200" indent="-228600">
              <a:buFont typeface="Arial" charset="0"/>
              <a:buChar char="•"/>
              <a:defRPr sz="1600" baseline="0"/>
            </a:lvl4pPr>
            <a:lvl5pPr marL="2057400" indent="-228600">
              <a:buFont typeface="Arial" charset="0"/>
              <a:buChar char="•"/>
              <a:defRPr sz="1400" baseline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7300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401733" y="987426"/>
            <a:ext cx="6299200" cy="4512422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 sz="2200" baseline="0"/>
            </a:lvl1pPr>
            <a:lvl2pPr marL="742950" indent="-285750">
              <a:buFont typeface="Arial" charset="0"/>
              <a:buChar char="•"/>
              <a:defRPr sz="2000" baseline="0"/>
            </a:lvl2pPr>
            <a:lvl3pPr marL="1143000" indent="-228600">
              <a:buFont typeface="Arial" charset="0"/>
              <a:buChar char="•"/>
              <a:defRPr sz="1800" baseline="0"/>
            </a:lvl3pPr>
            <a:lvl4pPr marL="1600200" indent="-228600">
              <a:buFont typeface="Arial" charset="0"/>
              <a:buChar char="•"/>
              <a:defRPr sz="1600" baseline="0"/>
            </a:lvl4pPr>
            <a:lvl5pPr marL="2057400" indent="-228600">
              <a:buFont typeface="Arial" charset="0"/>
              <a:buChar char="•"/>
              <a:defRPr sz="1400" baseline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0" hasCustomPrompt="1"/>
          </p:nvPr>
        </p:nvSpPr>
        <p:spPr>
          <a:xfrm>
            <a:off x="465169" y="2689413"/>
            <a:ext cx="4682564" cy="28104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1" hasCustomPrompt="1"/>
          </p:nvPr>
        </p:nvSpPr>
        <p:spPr>
          <a:xfrm>
            <a:off x="467286" y="2057400"/>
            <a:ext cx="4680797" cy="403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1" i="0" cap="all" spc="8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96900"/>
            <a:ext cx="4673600" cy="1473200"/>
          </a:xfrm>
          <a:prstGeom prst="rect">
            <a:avLst/>
          </a:prstGeom>
        </p:spPr>
        <p:txBody>
          <a:bodyPr vert="horz" anchor="b" anchorCtr="0"/>
          <a:lstStyle>
            <a:lvl1pPr marL="0" indent="0">
              <a:lnSpc>
                <a:spcPct val="100000"/>
              </a:lnSpc>
              <a:buFontTx/>
              <a:buNone/>
              <a:defRPr sz="3000" b="1" i="0">
                <a:solidFill>
                  <a:schemeClr val="bg1"/>
                </a:solidFill>
                <a:latin typeface="Cambria"/>
              </a:defRPr>
            </a:lvl1pPr>
          </a:lstStyle>
          <a:p>
            <a:pPr lvl="0"/>
            <a:r>
              <a:rPr lang="en-US"/>
              <a:t>Click to edit title style.</a:t>
            </a:r>
          </a:p>
        </p:txBody>
      </p:sp>
    </p:spTree>
    <p:extLst>
      <p:ext uri="{BB962C8B-B14F-4D97-AF65-F5344CB8AC3E}">
        <p14:creationId xmlns:p14="http://schemas.microsoft.com/office/powerpoint/2010/main" val="1217237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39317" y="626223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0" hasCustomPrompt="1"/>
          </p:nvPr>
        </p:nvSpPr>
        <p:spPr>
          <a:xfrm>
            <a:off x="465169" y="2689413"/>
            <a:ext cx="4682564" cy="28104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1" hasCustomPrompt="1"/>
          </p:nvPr>
        </p:nvSpPr>
        <p:spPr>
          <a:xfrm>
            <a:off x="467286" y="2057400"/>
            <a:ext cx="4680797" cy="403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1" i="0" cap="all" spc="8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96900"/>
            <a:ext cx="4673600" cy="1473200"/>
          </a:xfrm>
          <a:prstGeom prst="rect">
            <a:avLst/>
          </a:prstGeom>
        </p:spPr>
        <p:txBody>
          <a:bodyPr vert="horz" anchor="b" anchorCtr="0"/>
          <a:lstStyle>
            <a:lvl1pPr marL="0" indent="0">
              <a:lnSpc>
                <a:spcPct val="100000"/>
              </a:lnSpc>
              <a:buFontTx/>
              <a:buNone/>
              <a:defRPr sz="3000" b="1" i="0">
                <a:solidFill>
                  <a:schemeClr val="bg1"/>
                </a:solidFill>
                <a:latin typeface="Cambria"/>
              </a:defRPr>
            </a:lvl1pPr>
          </a:lstStyle>
          <a:p>
            <a:pPr lvl="0"/>
            <a:r>
              <a:rPr lang="en-US"/>
              <a:t>Click to edit title style.</a:t>
            </a:r>
          </a:p>
        </p:txBody>
      </p:sp>
    </p:spTree>
    <p:extLst>
      <p:ext uri="{BB962C8B-B14F-4D97-AF65-F5344CB8AC3E}">
        <p14:creationId xmlns:p14="http://schemas.microsoft.com/office/powerpoint/2010/main" val="2235990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003301"/>
            <a:ext cx="10972800" cy="2397313"/>
          </a:xfrm>
          <a:prstGeom prst="rect">
            <a:avLst/>
          </a:prstGeom>
        </p:spPr>
        <p:txBody>
          <a:bodyPr anchor="b" anchorCtr="0"/>
          <a:lstStyle>
            <a:lvl1pPr>
              <a:defRPr sz="5400" b="1" i="0" baseline="0">
                <a:solidFill>
                  <a:srgbClr val="F15A22"/>
                </a:solidFill>
              </a:defRPr>
            </a:lvl1pPr>
          </a:lstStyle>
          <a:p>
            <a:r>
              <a:rPr lang="en-US"/>
              <a:t>Click to edit title style.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3400612"/>
            <a:ext cx="10972800" cy="295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 b="1" i="0" cap="all" spc="8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4504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771526"/>
            <a:ext cx="10972800" cy="724087"/>
          </a:xfrm>
          <a:prstGeom prst="rect">
            <a:avLst/>
          </a:prstGeom>
        </p:spPr>
        <p:txBody>
          <a:bodyPr/>
          <a:lstStyle>
            <a:lvl1pPr>
              <a:defRPr sz="3800" b="1" i="0" baseline="0">
                <a:solidFill>
                  <a:srgbClr val="F15A22"/>
                </a:solidFill>
              </a:defRPr>
            </a:lvl1pPr>
          </a:lstStyle>
          <a:p>
            <a:r>
              <a:rPr lang="en-US"/>
              <a:t>Click to edit title style.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0" y="1495612"/>
            <a:ext cx="10972800" cy="295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1" i="0" cap="all" spc="8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half" idx="12" hasCustomPrompt="1"/>
          </p:nvPr>
        </p:nvSpPr>
        <p:spPr>
          <a:xfrm>
            <a:off x="609601" y="2108201"/>
            <a:ext cx="10972800" cy="3365500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 sz="1600" baseline="0"/>
            </a:lvl1pPr>
            <a:lvl2pPr marL="742950" indent="-285750">
              <a:buFont typeface="Arial" charset="0"/>
              <a:buChar char="•"/>
              <a:defRPr sz="2000" baseline="0"/>
            </a:lvl2pPr>
            <a:lvl3pPr marL="1143000" indent="-228600">
              <a:buFont typeface="Arial" charset="0"/>
              <a:buChar char="•"/>
              <a:defRPr sz="1800" baseline="0"/>
            </a:lvl3pPr>
            <a:lvl4pPr marL="1600200" indent="-228600">
              <a:buFont typeface="Arial" charset="0"/>
              <a:buChar char="•"/>
              <a:defRPr sz="1600" baseline="0"/>
            </a:lvl4pPr>
            <a:lvl5pPr marL="2057400" indent="-228600">
              <a:buFont typeface="Arial" charset="0"/>
              <a:buChar char="•"/>
              <a:defRPr sz="1400" baseline="0"/>
            </a:lvl5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946540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825626"/>
            <a:ext cx="5156200" cy="3673475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 sz="2200" baseline="0"/>
            </a:lvl1pPr>
            <a:lvl2pPr marL="742950" indent="-285750">
              <a:buFont typeface="Arial" charset="0"/>
              <a:buChar char="•"/>
              <a:defRPr sz="2000" baseline="0"/>
            </a:lvl2pPr>
            <a:lvl3pPr marL="1143000" indent="-228600">
              <a:buFont typeface="Arial" charset="0"/>
              <a:buChar char="•"/>
              <a:defRPr sz="1800" baseline="0"/>
            </a:lvl3pPr>
            <a:lvl4pPr marL="1600200" indent="-228600">
              <a:buFont typeface="Arial" charset="0"/>
              <a:buChar char="•"/>
              <a:defRPr sz="1600" baseline="0"/>
            </a:lvl4pPr>
            <a:lvl5pPr marL="2057400" indent="-228600">
              <a:buFont typeface="Arial" charset="0"/>
              <a:buChar char="•"/>
              <a:defRPr sz="1400" baseline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581026"/>
            <a:ext cx="10972800" cy="724087"/>
          </a:xfrm>
          <a:prstGeom prst="rect">
            <a:avLst/>
          </a:prstGeom>
        </p:spPr>
        <p:txBody>
          <a:bodyPr/>
          <a:lstStyle>
            <a:lvl1pPr>
              <a:defRPr sz="3800" b="1" i="0" baseline="0">
                <a:solidFill>
                  <a:srgbClr val="F15A22"/>
                </a:solidFill>
              </a:defRPr>
            </a:lvl1pPr>
          </a:lstStyle>
          <a:p>
            <a:r>
              <a:rPr lang="en-US"/>
              <a:t>Click to edit title style.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0" hasCustomPrompt="1"/>
          </p:nvPr>
        </p:nvSpPr>
        <p:spPr>
          <a:xfrm>
            <a:off x="609600" y="1305112"/>
            <a:ext cx="10972800" cy="295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1" i="0" cap="all" spc="8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6426200" y="1825625"/>
            <a:ext cx="5156200" cy="3673475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 sz="2200" baseline="0"/>
            </a:lvl1pPr>
            <a:lvl2pPr marL="742950" indent="-285750">
              <a:buFont typeface="Arial" charset="0"/>
              <a:buChar char="•"/>
              <a:defRPr sz="2000" baseline="0"/>
            </a:lvl2pPr>
            <a:lvl3pPr marL="1143000" indent="-228600">
              <a:buFont typeface="Arial" charset="0"/>
              <a:buChar char="•"/>
              <a:defRPr sz="1800" baseline="0"/>
            </a:lvl3pPr>
            <a:lvl4pPr marL="1600200" indent="-228600">
              <a:buFont typeface="Arial" charset="0"/>
              <a:buChar char="•"/>
              <a:defRPr sz="1600" baseline="0"/>
            </a:lvl4pPr>
            <a:lvl5pPr marL="2057400" indent="-228600">
              <a:buFont typeface="Arial" charset="0"/>
              <a:buChar char="•"/>
              <a:defRPr sz="1400" baseline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54944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1" y="1803400"/>
            <a:ext cx="5389033" cy="520888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350" b="1" cap="all" spc="80" baseline="0">
                <a:solidFill>
                  <a:srgbClr val="F15A2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 styles </a:t>
            </a:r>
            <a:r>
              <a:rPr lang="mr-IN"/>
              <a:t>–</a:t>
            </a:r>
            <a:r>
              <a:rPr lang="en-US"/>
              <a:t> option 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1" y="2324287"/>
            <a:ext cx="5389033" cy="3149413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 sz="2200" baseline="0"/>
            </a:lvl1pPr>
            <a:lvl2pPr marL="742950" indent="-285750">
              <a:buFont typeface="Arial" charset="0"/>
              <a:buChar char="•"/>
              <a:defRPr sz="2000" baseline="0"/>
            </a:lvl2pPr>
            <a:lvl3pPr marL="1143000" indent="-228600">
              <a:buFont typeface="Arial" charset="0"/>
              <a:buChar char="•"/>
              <a:defRPr sz="1800" baseline="0"/>
            </a:lvl3pPr>
            <a:lvl4pPr marL="1600200" indent="-228600">
              <a:buFont typeface="Arial" charset="0"/>
              <a:buChar char="•"/>
              <a:defRPr sz="1600" baseline="0"/>
            </a:lvl4pPr>
            <a:lvl5pPr marL="2057400" indent="-228600">
              <a:buFont typeface="Arial" charset="0"/>
              <a:buChar char="•"/>
              <a:defRPr sz="1400" baseline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581026"/>
            <a:ext cx="10972800" cy="724087"/>
          </a:xfrm>
          <a:prstGeom prst="rect">
            <a:avLst/>
          </a:prstGeom>
        </p:spPr>
        <p:txBody>
          <a:bodyPr/>
          <a:lstStyle>
            <a:lvl1pPr>
              <a:defRPr sz="3800" b="1" i="0" baseline="0">
                <a:solidFill>
                  <a:srgbClr val="F15A22"/>
                </a:solidFill>
              </a:defRPr>
            </a:lvl1pPr>
          </a:lstStyle>
          <a:p>
            <a:r>
              <a:rPr lang="en-US"/>
              <a:t>Click to edit title style.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0" hasCustomPrompt="1"/>
          </p:nvPr>
        </p:nvSpPr>
        <p:spPr>
          <a:xfrm>
            <a:off x="609600" y="1305112"/>
            <a:ext cx="10972800" cy="295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1" i="0" cap="all" spc="8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6193368" y="1803400"/>
            <a:ext cx="5389033" cy="520888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350" b="1" cap="all" spc="8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 styles </a:t>
            </a:r>
            <a:r>
              <a:rPr lang="mr-IN"/>
              <a:t>–</a:t>
            </a:r>
            <a:r>
              <a:rPr lang="en-US"/>
              <a:t> option 2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12" hasCustomPrompt="1"/>
          </p:nvPr>
        </p:nvSpPr>
        <p:spPr>
          <a:xfrm>
            <a:off x="6193368" y="2324287"/>
            <a:ext cx="5389033" cy="3149413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 sz="2200" baseline="0"/>
            </a:lvl1pPr>
            <a:lvl2pPr marL="742950" indent="-285750">
              <a:buFont typeface="Arial" charset="0"/>
              <a:buChar char="•"/>
              <a:defRPr sz="2000" baseline="0"/>
            </a:lvl2pPr>
            <a:lvl3pPr marL="1143000" indent="-228600">
              <a:buFont typeface="Arial" charset="0"/>
              <a:buChar char="•"/>
              <a:defRPr sz="1800" baseline="0"/>
            </a:lvl3pPr>
            <a:lvl4pPr marL="1600200" indent="-228600">
              <a:buFont typeface="Arial" charset="0"/>
              <a:buChar char="•"/>
              <a:defRPr sz="1600" baseline="0"/>
            </a:lvl4pPr>
            <a:lvl5pPr marL="2057400" indent="-228600">
              <a:buFont typeface="Arial" charset="0"/>
              <a:buChar char="•"/>
              <a:defRPr sz="1400" baseline="0"/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11138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401733" y="987426"/>
            <a:ext cx="6299200" cy="4512422"/>
          </a:xfrm>
          <a:prstGeom prst="rect">
            <a:avLst/>
          </a:prstGeom>
        </p:spPr>
        <p:txBody>
          <a:bodyPr/>
          <a:lstStyle>
            <a:lvl1pPr marL="342900" indent="-342900">
              <a:buFont typeface="Arial" charset="0"/>
              <a:buChar char="•"/>
              <a:defRPr sz="2200" baseline="0"/>
            </a:lvl1pPr>
            <a:lvl2pPr marL="742950" indent="-285750">
              <a:buFont typeface="Arial" charset="0"/>
              <a:buChar char="•"/>
              <a:defRPr sz="2000" baseline="0"/>
            </a:lvl2pPr>
            <a:lvl3pPr marL="1143000" indent="-228600">
              <a:buFont typeface="Arial" charset="0"/>
              <a:buChar char="•"/>
              <a:defRPr sz="1800" baseline="0"/>
            </a:lvl3pPr>
            <a:lvl4pPr marL="1600200" indent="-228600">
              <a:buFont typeface="Arial" charset="0"/>
              <a:buChar char="•"/>
              <a:defRPr sz="1600" baseline="0"/>
            </a:lvl4pPr>
            <a:lvl5pPr marL="2057400" indent="-228600">
              <a:buFont typeface="Arial" charset="0"/>
              <a:buChar char="•"/>
              <a:defRPr sz="1400" baseline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0" hasCustomPrompt="1"/>
          </p:nvPr>
        </p:nvSpPr>
        <p:spPr>
          <a:xfrm>
            <a:off x="465169" y="2689413"/>
            <a:ext cx="4682564" cy="28104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1" hasCustomPrompt="1"/>
          </p:nvPr>
        </p:nvSpPr>
        <p:spPr>
          <a:xfrm>
            <a:off x="467286" y="2057400"/>
            <a:ext cx="4680797" cy="403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1" i="0" cap="all" spc="8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96900"/>
            <a:ext cx="4673600" cy="1473200"/>
          </a:xfrm>
          <a:prstGeom prst="rect">
            <a:avLst/>
          </a:prstGeom>
        </p:spPr>
        <p:txBody>
          <a:bodyPr vert="horz" anchor="b" anchorCtr="0"/>
          <a:lstStyle>
            <a:lvl1pPr marL="0" indent="0">
              <a:lnSpc>
                <a:spcPct val="100000"/>
              </a:lnSpc>
              <a:buFontTx/>
              <a:buNone/>
              <a:defRPr sz="3000" b="1" i="0">
                <a:solidFill>
                  <a:srgbClr val="F15A22"/>
                </a:solidFill>
                <a:latin typeface="Cambria"/>
              </a:defRPr>
            </a:lvl1pPr>
          </a:lstStyle>
          <a:p>
            <a:pPr lvl="0"/>
            <a:r>
              <a:rPr lang="en-US"/>
              <a:t>Click to edit title style.</a:t>
            </a:r>
          </a:p>
        </p:txBody>
      </p:sp>
    </p:spTree>
    <p:extLst>
      <p:ext uri="{BB962C8B-B14F-4D97-AF65-F5344CB8AC3E}">
        <p14:creationId xmlns:p14="http://schemas.microsoft.com/office/powerpoint/2010/main" val="24663113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39317" y="626223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0" hasCustomPrompt="1"/>
          </p:nvPr>
        </p:nvSpPr>
        <p:spPr>
          <a:xfrm>
            <a:off x="465169" y="2689413"/>
            <a:ext cx="4682564" cy="28104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1" hasCustomPrompt="1"/>
          </p:nvPr>
        </p:nvSpPr>
        <p:spPr>
          <a:xfrm>
            <a:off x="467286" y="2057400"/>
            <a:ext cx="4680797" cy="403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 b="1" i="0" cap="all" spc="8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596900"/>
            <a:ext cx="4673600" cy="1473200"/>
          </a:xfrm>
          <a:prstGeom prst="rect">
            <a:avLst/>
          </a:prstGeom>
        </p:spPr>
        <p:txBody>
          <a:bodyPr vert="horz" anchor="b" anchorCtr="0"/>
          <a:lstStyle>
            <a:lvl1pPr marL="0" indent="0">
              <a:lnSpc>
                <a:spcPct val="100000"/>
              </a:lnSpc>
              <a:buFontTx/>
              <a:buNone/>
              <a:defRPr sz="3000" b="1" i="0">
                <a:solidFill>
                  <a:srgbClr val="F15A22"/>
                </a:solidFill>
                <a:latin typeface="Cambria"/>
              </a:defRPr>
            </a:lvl1pPr>
          </a:lstStyle>
          <a:p>
            <a:pPr lvl="0"/>
            <a:r>
              <a:rPr lang="en-US"/>
              <a:t>Click to edit title style.</a:t>
            </a:r>
          </a:p>
        </p:txBody>
      </p:sp>
    </p:spTree>
    <p:extLst>
      <p:ext uri="{BB962C8B-B14F-4D97-AF65-F5344CB8AC3E}">
        <p14:creationId xmlns:p14="http://schemas.microsoft.com/office/powerpoint/2010/main" val="30800591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964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2.emf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5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0" name="Rectangle 9"/>
          <p:cNvSpPr/>
          <p:nvPr userDrawn="1"/>
        </p:nvSpPr>
        <p:spPr>
          <a:xfrm>
            <a:off x="0" y="4578841"/>
            <a:ext cx="121920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08533" y="5664200"/>
            <a:ext cx="3183467" cy="1193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664200"/>
            <a:ext cx="45720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87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</p:sldLayoutIdLst>
  <p:txStyles>
    <p:titleStyle>
      <a:lvl1pPr marL="0" marR="0" indent="0" algn="l" defTabSz="457200" rtl="0" eaLnBrk="1" fontAlgn="auto" latinLnBrk="0" hangingPunct="1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sz="4800" b="0" i="0" kern="1200">
          <a:solidFill>
            <a:schemeClr val="bg1"/>
          </a:solidFill>
          <a:latin typeface="Cambria"/>
          <a:ea typeface="+mj-ea"/>
          <a:cs typeface="Cambria"/>
        </a:defRPr>
      </a:lvl1pPr>
    </p:titleStyle>
    <p:bodyStyle>
      <a:lvl1pPr marL="342900" marR="0" indent="-342900" algn="l" defTabSz="457200" rtl="0" eaLnBrk="1" fontAlgn="auto" latinLnBrk="0" hangingPunct="1">
        <a:lnSpc>
          <a:spcPts val="2100"/>
        </a:lnSpc>
        <a:spcBef>
          <a:spcPct val="20000"/>
        </a:spcBef>
        <a:spcAft>
          <a:spcPts val="0"/>
        </a:spcAft>
        <a:buClrTx/>
        <a:buSzTx/>
        <a:buFont typeface="Arial"/>
        <a:buChar char="•"/>
        <a:tabLst/>
        <a:defRPr sz="3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5664200"/>
            <a:ext cx="12192000" cy="1193800"/>
          </a:xfrm>
          <a:prstGeom prst="rect">
            <a:avLst/>
          </a:prstGeom>
          <a:solidFill>
            <a:srgbClr val="F15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10" name="Rectangle 9"/>
          <p:cNvSpPr/>
          <p:nvPr userDrawn="1"/>
        </p:nvSpPr>
        <p:spPr>
          <a:xfrm>
            <a:off x="0" y="4578841"/>
            <a:ext cx="121920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08533" y="5664200"/>
            <a:ext cx="3183467" cy="1193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664200"/>
            <a:ext cx="45720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707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</p:sldLayoutIdLst>
  <p:txStyles>
    <p:titleStyle>
      <a:lvl1pPr marL="0" marR="0" indent="0" algn="l" defTabSz="457200" rtl="0" eaLnBrk="1" fontAlgn="auto" latinLnBrk="0" hangingPunct="1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sz="4400" b="0" i="0" kern="1200">
          <a:solidFill>
            <a:srgbClr val="FF6600"/>
          </a:solidFill>
          <a:latin typeface="Cambria"/>
          <a:ea typeface="+mj-ea"/>
          <a:cs typeface="Cambria"/>
        </a:defRPr>
      </a:lvl1pPr>
    </p:titleStyle>
    <p:bodyStyle>
      <a:lvl1pPr marL="342900" marR="0" indent="-342900" algn="l" defTabSz="457200" rtl="0" eaLnBrk="1" fontAlgn="auto" latinLnBrk="0" hangingPunct="1">
        <a:lnSpc>
          <a:spcPts val="2100"/>
        </a:lnSpc>
        <a:spcBef>
          <a:spcPct val="20000"/>
        </a:spcBef>
        <a:spcAft>
          <a:spcPts val="0"/>
        </a:spcAft>
        <a:buClrTx/>
        <a:buSzTx/>
        <a:buFont typeface="Arial"/>
        <a:buChar char="•"/>
        <a:tabLst/>
        <a:defRPr sz="3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93E13AF1-3824-267C-5FBB-64526E2E0375}"/>
              </a:ext>
            </a:extLst>
          </p:cNvPr>
          <p:cNvSpPr txBox="1">
            <a:spLocks/>
          </p:cNvSpPr>
          <p:nvPr/>
        </p:nvSpPr>
        <p:spPr>
          <a:xfrm>
            <a:off x="1869688" y="2869324"/>
            <a:ext cx="8452624" cy="769425"/>
          </a:xfrm>
          <a:prstGeom prst="rect">
            <a:avLst/>
          </a:prstGeom>
        </p:spPr>
        <p:txBody>
          <a:bodyPr lIns="91440" tIns="45720" rIns="91440" bIns="45720" anchor="b" anchorCtr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>
                <a:solidFill>
                  <a:prstClr val="white"/>
                </a:solidFill>
                <a:latin typeface="Cambria"/>
              </a:rPr>
              <a:t>Project </a:t>
            </a:r>
            <a:r>
              <a:rPr lang="en-US" sz="4400" dirty="0" err="1">
                <a:solidFill>
                  <a:prstClr val="white"/>
                </a:solidFill>
                <a:latin typeface="Cambria"/>
              </a:rPr>
              <a:t>SciKey</a:t>
            </a:r>
            <a:r>
              <a:rPr lang="en-US" sz="4400" dirty="0">
                <a:solidFill>
                  <a:prstClr val="white"/>
                </a:solidFill>
                <a:latin typeface="Cambria"/>
              </a:rPr>
              <a:t> 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/>
              <a:ea typeface="Cambri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3878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F1A09-8430-68D1-C3C7-6011CB409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Opening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E69B1-C26D-255E-2FB6-D80253F19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2FD895-9E10-E6CC-DC17-1F1D208E109F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4506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6E25B-1405-E5FA-EA2E-74FAA4417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2B34D-5ED0-03DC-950D-2436DF439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91D23-F128-1AB9-AF74-AA6293E3D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B35A7D-DDAD-52E7-8837-FC0E87367FE4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r>
              <a:rPr lang="en-CA" dirty="0"/>
              <a:t>Scientific keywords are supposed to describe the core concepts of a paper… but in reality, they behave like rebels.</a:t>
            </a:r>
            <a:br>
              <a:rPr lang="en-CA" dirty="0"/>
            </a:br>
            <a:r>
              <a:rPr lang="en-CA" dirty="0"/>
              <a:t>One word can mean five completely different things depending on the discipline.</a:t>
            </a:r>
          </a:p>
        </p:txBody>
      </p:sp>
    </p:spTree>
    <p:extLst>
      <p:ext uri="{BB962C8B-B14F-4D97-AF65-F5344CB8AC3E}">
        <p14:creationId xmlns:p14="http://schemas.microsoft.com/office/powerpoint/2010/main" val="756782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B3394-0276-4285-BDB7-A950E9164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Project Context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D9494-3879-6A04-2946-A059E084E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633D7-0EAA-C9ED-DB25-2B344121272B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r>
              <a:rPr lang="en-CA" dirty="0"/>
              <a:t>This project uses data from HAL, a large French scientific repository.</a:t>
            </a:r>
            <a:br>
              <a:rPr lang="en-CA" dirty="0"/>
            </a:br>
            <a:r>
              <a:rPr lang="en-CA" dirty="0"/>
              <a:t>Our goal was not only to extract keywords from HAL, but to map each keyword to the correct </a:t>
            </a:r>
            <a:r>
              <a:rPr lang="en-CA" dirty="0" err="1"/>
              <a:t>Wikidata</a:t>
            </a:r>
            <a:r>
              <a:rPr lang="en-CA" dirty="0"/>
              <a:t> </a:t>
            </a:r>
            <a:r>
              <a:rPr lang="en-CA" dirty="0" err="1"/>
              <a:t>QID</a:t>
            </a:r>
            <a:r>
              <a:rPr lang="en-CA" dirty="0"/>
              <a:t>.</a:t>
            </a:r>
          </a:p>
          <a:p>
            <a:r>
              <a:rPr lang="en-CA" dirty="0"/>
              <a:t>Why </a:t>
            </a:r>
            <a:r>
              <a:rPr lang="en-CA" dirty="0" err="1"/>
              <a:t>Wikidata</a:t>
            </a:r>
            <a:r>
              <a:rPr lang="en-CA" dirty="0"/>
              <a:t>?</a:t>
            </a:r>
            <a:br>
              <a:rPr lang="en-CA" dirty="0"/>
            </a:br>
            <a:r>
              <a:rPr lang="en-CA" dirty="0"/>
              <a:t>Because it’s structured, multilingual, and concept-based.</a:t>
            </a:r>
            <a:br>
              <a:rPr lang="en-CA" dirty="0"/>
            </a:br>
            <a:r>
              <a:rPr lang="en-CA" dirty="0"/>
              <a:t>If we can anchor each scientific keyword to the right </a:t>
            </a:r>
            <a:r>
              <a:rPr lang="en-CA" dirty="0" err="1"/>
              <a:t>QID</a:t>
            </a:r>
            <a:r>
              <a:rPr lang="en-CA" dirty="0"/>
              <a:t>, then we can:</a:t>
            </a:r>
          </a:p>
          <a:p>
            <a:r>
              <a:rPr lang="en-CA" dirty="0"/>
              <a:t>Improve search</a:t>
            </a:r>
          </a:p>
          <a:p>
            <a:r>
              <a:rPr lang="en-CA" dirty="0"/>
              <a:t>Build domain networks</a:t>
            </a:r>
          </a:p>
          <a:p>
            <a:r>
              <a:rPr lang="en-CA" dirty="0"/>
              <a:t>Enable cross-disciplinary analysis</a:t>
            </a:r>
          </a:p>
          <a:p>
            <a:r>
              <a:rPr lang="en-CA" dirty="0"/>
              <a:t>And support downstream machine learning tasks</a:t>
            </a:r>
          </a:p>
          <a:p>
            <a:r>
              <a:rPr lang="en-CA" dirty="0"/>
              <a:t>So the objective is about creating a bridge between unstructured scientific language and structured knowledge graphs.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0917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B1480-E156-DC7D-F058-FB57A5D67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924C8-AAEF-7BFF-8CAC-EDE0A9D08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D5E5F-3085-7853-3605-7BC22756F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CA" dirty="0"/>
              <a:t>High-Level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9C7D2B-E4AD-4AD5-495B-E666AAFC30D4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r>
              <a:rPr lang="en-CA" dirty="0" err="1"/>
              <a:t>SciKey</a:t>
            </a:r>
            <a:r>
              <a:rPr lang="en-CA" dirty="0"/>
              <a:t> works as a multi-stage pipeline:</a:t>
            </a:r>
          </a:p>
          <a:p>
            <a:pPr lvl="1"/>
            <a:r>
              <a:rPr lang="en-CA" dirty="0"/>
              <a:t>Keyword extraction</a:t>
            </a:r>
          </a:p>
          <a:p>
            <a:pPr lvl="1"/>
            <a:r>
              <a:rPr lang="en-CA" dirty="0"/>
              <a:t>Enrichment: fetching labels, aliases, descriptions, </a:t>
            </a:r>
            <a:r>
              <a:rPr lang="en-CA" dirty="0" err="1"/>
              <a:t>P31</a:t>
            </a:r>
            <a:r>
              <a:rPr lang="en-CA" dirty="0"/>
              <a:t>, </a:t>
            </a:r>
            <a:r>
              <a:rPr lang="en-CA" dirty="0" err="1"/>
              <a:t>P279</a:t>
            </a:r>
            <a:r>
              <a:rPr lang="en-CA" dirty="0"/>
              <a:t> paths</a:t>
            </a:r>
          </a:p>
          <a:p>
            <a:pPr lvl="1"/>
            <a:r>
              <a:rPr lang="en-CA" dirty="0"/>
              <a:t>Scoring: combining all textual and structural signals</a:t>
            </a:r>
          </a:p>
          <a:p>
            <a:pPr lvl="1"/>
            <a:r>
              <a:rPr lang="en-CA" dirty="0"/>
              <a:t>Ranking </a:t>
            </a:r>
            <a:r>
              <a:rPr lang="en-CA" dirty="0" err="1"/>
              <a:t>QIDs</a:t>
            </a:r>
            <a:endParaRPr lang="en-CA" dirty="0"/>
          </a:p>
          <a:p>
            <a:pPr lvl="1"/>
            <a:r>
              <a:rPr lang="en-CA" dirty="0"/>
              <a:t>Selecting the best match</a:t>
            </a:r>
          </a:p>
          <a:p>
            <a:pPr lvl="1"/>
            <a:r>
              <a:rPr lang="en-CA" dirty="0"/>
              <a:t>Exporting results to MySQL and </a:t>
            </a:r>
            <a:r>
              <a:rPr lang="en-CA" dirty="0" err="1"/>
              <a:t>Neo4j</a:t>
            </a:r>
            <a:r>
              <a:rPr lang="en-CA" dirty="0"/>
              <a:t> for visualization</a:t>
            </a:r>
          </a:p>
          <a:p>
            <a:r>
              <a:rPr lang="en-CA" dirty="0"/>
              <a:t>Each stage contributes to a more reliable understanding of the keyword.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34289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25EAE-1BDC-A0C4-6EF1-276DDDD1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BC1D6-9DA6-1E8B-DE35-19E64E038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Key Technical Components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0A6FF-6074-642E-9320-CD4D9C500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338857-B390-C932-5AA6-4825F3A8DAFE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r>
              <a:rPr lang="en-CA" dirty="0"/>
              <a:t>Now the core of the system is the </a:t>
            </a:r>
            <a:r>
              <a:rPr lang="en-CA" b="1" dirty="0"/>
              <a:t>scoring engine, </a:t>
            </a:r>
            <a:r>
              <a:rPr lang="en-CA" dirty="0"/>
              <a:t>the part that decides which </a:t>
            </a:r>
            <a:r>
              <a:rPr lang="en-CA" dirty="0" err="1"/>
              <a:t>QID</a:t>
            </a:r>
            <a:r>
              <a:rPr lang="en-CA" dirty="0"/>
              <a:t> is the most accurate.</a:t>
            </a:r>
            <a:br>
              <a:rPr lang="en-CA" dirty="0"/>
            </a:br>
            <a:r>
              <a:rPr lang="en-CA" dirty="0"/>
              <a:t>We designed it by combining several signals:</a:t>
            </a:r>
          </a:p>
          <a:p>
            <a:pPr lvl="1"/>
            <a:r>
              <a:rPr lang="en-CA" b="1" dirty="0"/>
              <a:t>Label similarity:</a:t>
            </a:r>
            <a:r>
              <a:rPr lang="en-CA" dirty="0"/>
              <a:t> fuzzy match between the keyword and the </a:t>
            </a:r>
            <a:r>
              <a:rPr lang="en-CA" dirty="0" err="1"/>
              <a:t>QID</a:t>
            </a:r>
            <a:r>
              <a:rPr lang="en-CA" dirty="0"/>
              <a:t> label</a:t>
            </a:r>
          </a:p>
          <a:p>
            <a:pPr lvl="1"/>
            <a:r>
              <a:rPr lang="en-CA" b="1" dirty="0"/>
              <a:t>Alias boost:</a:t>
            </a:r>
            <a:r>
              <a:rPr lang="en-CA" dirty="0"/>
              <a:t> especially helpful when a synonym is exact</a:t>
            </a:r>
          </a:p>
          <a:p>
            <a:pPr lvl="1"/>
            <a:r>
              <a:rPr lang="en-CA" b="1" dirty="0"/>
              <a:t>Context similarity:</a:t>
            </a:r>
            <a:r>
              <a:rPr lang="en-CA" dirty="0"/>
              <a:t> matching the keyword with abstract, title, and domain context</a:t>
            </a:r>
          </a:p>
          <a:p>
            <a:pPr lvl="1"/>
            <a:r>
              <a:rPr lang="en-CA" b="1" dirty="0" err="1"/>
              <a:t>P31</a:t>
            </a:r>
            <a:r>
              <a:rPr lang="en-CA" b="1" dirty="0"/>
              <a:t> and </a:t>
            </a:r>
            <a:r>
              <a:rPr lang="en-CA" b="1" dirty="0" err="1"/>
              <a:t>P279</a:t>
            </a:r>
            <a:r>
              <a:rPr lang="en-CA" b="1" dirty="0"/>
              <a:t> signals:</a:t>
            </a:r>
            <a:r>
              <a:rPr lang="en-CA" dirty="0"/>
              <a:t> instance-of and subclass-of help ensure semantic correctness</a:t>
            </a:r>
          </a:p>
          <a:p>
            <a:pPr lvl="1"/>
            <a:r>
              <a:rPr lang="en-CA" b="1" dirty="0"/>
              <a:t>Sitelinks weight:</a:t>
            </a:r>
            <a:r>
              <a:rPr lang="en-CA" dirty="0"/>
              <a:t> higher sitelinks = stronger, well-established concept</a:t>
            </a:r>
          </a:p>
          <a:p>
            <a:r>
              <a:rPr lang="en-CA" dirty="0"/>
              <a:t>We also implemented debug tools such as debug_scores.csv that record every step of the scoring, allowing me to evaluate and refine each weight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73130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3FB7E-8B46-41C3-A808-2639B0EE1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35E66-404A-3912-D160-068235413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Generalization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DF0D4-D22C-5599-F68F-2D8D58579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CA" dirty="0"/>
              <a:t>High-Level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A1FF07-488E-3043-8766-5D43F10F4D89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r>
              <a:rPr lang="en-CA" dirty="0" err="1"/>
              <a:t>SciKey</a:t>
            </a:r>
            <a:r>
              <a:rPr lang="en-CA" dirty="0"/>
              <a:t> isn’t hardcoded for chemistry or biology.</a:t>
            </a:r>
          </a:p>
          <a:p>
            <a:r>
              <a:rPr lang="en-CA" dirty="0"/>
              <a:t>The engine was designed to be </a:t>
            </a:r>
            <a:r>
              <a:rPr lang="en-CA" b="1" dirty="0"/>
              <a:t>domain-agnostic</a:t>
            </a:r>
            <a:r>
              <a:rPr lang="en-CA" dirty="0"/>
              <a:t>.</a:t>
            </a:r>
            <a:br>
              <a:rPr lang="en-CA" dirty="0"/>
            </a:br>
            <a:r>
              <a:rPr lang="en-CA" dirty="0"/>
              <a:t>The same logic works for:</a:t>
            </a:r>
          </a:p>
          <a:p>
            <a:pPr lvl="1"/>
            <a:r>
              <a:rPr lang="en-CA" dirty="0"/>
              <a:t>chemistry</a:t>
            </a:r>
          </a:p>
          <a:p>
            <a:pPr lvl="1"/>
            <a:r>
              <a:rPr lang="en-CA" dirty="0"/>
              <a:t>Civil engineering</a:t>
            </a:r>
          </a:p>
          <a:p>
            <a:pPr lvl="1"/>
            <a:r>
              <a:rPr lang="en-CA" dirty="0"/>
              <a:t>Political science</a:t>
            </a:r>
          </a:p>
          <a:p>
            <a:pPr lvl="1"/>
            <a:r>
              <a:rPr lang="en-CA" dirty="0"/>
              <a:t>Marketing</a:t>
            </a:r>
          </a:p>
          <a:p>
            <a:r>
              <a:rPr lang="en-CA" dirty="0"/>
              <a:t>This makes the system scalable for future repositories.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79939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F87C2-6B62-48B8-732F-CABD437F6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A5A1A-1B51-BEA9-0096-A27D7764D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8E470-5ABB-3CC7-B35F-407A93468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CA" dirty="0"/>
              <a:t>High-Level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DA6939-CE5B-4884-CAB2-E52D5B53030C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69671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24CC2-A848-D0FC-D13A-A6B5D178C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E93C10E-962F-2672-2B62-F5E54672A68E}"/>
              </a:ext>
            </a:extLst>
          </p:cNvPr>
          <p:cNvSpPr txBox="1">
            <a:spLocks/>
          </p:cNvSpPr>
          <p:nvPr/>
        </p:nvSpPr>
        <p:spPr>
          <a:xfrm>
            <a:off x="553328" y="194856"/>
            <a:ext cx="8229600" cy="91784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kern="1200">
                <a:solidFill>
                  <a:srgbClr val="FF66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 dirty="0">
                <a:ln>
                  <a:noFill/>
                </a:ln>
                <a:solidFill>
                  <a:srgbClr val="F15A22"/>
                </a:solidFill>
                <a:effectLst/>
                <a:uLnTx/>
                <a:uFillTx/>
                <a:latin typeface="Cambria" panose="02040503050406030204" pitchFamily="18" charset="0"/>
                <a:ea typeface="Roboto Thin"/>
              </a:rPr>
              <a:t>End-to-End Data Integration and Semantic Mapping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6044DE-339C-611E-2E8E-E5A6A15BB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4518"/>
            <a:ext cx="12192000" cy="298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826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9C6FD-2D28-AAFC-192B-DBB6FF2A3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E1DE8CF-56C6-6431-57C8-35D42D3AFA6D}"/>
              </a:ext>
            </a:extLst>
          </p:cNvPr>
          <p:cNvSpPr txBox="1">
            <a:spLocks/>
          </p:cNvSpPr>
          <p:nvPr/>
        </p:nvSpPr>
        <p:spPr>
          <a:xfrm>
            <a:off x="553328" y="194856"/>
            <a:ext cx="8229600" cy="91784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kern="1200">
                <a:solidFill>
                  <a:srgbClr val="FF66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 dirty="0">
                <a:ln>
                  <a:noFill/>
                </a:ln>
                <a:solidFill>
                  <a:srgbClr val="F15A22"/>
                </a:solidFill>
                <a:effectLst/>
                <a:uLnTx/>
                <a:uFillTx/>
                <a:latin typeface="Cambria" panose="02040503050406030204" pitchFamily="18" charset="0"/>
                <a:ea typeface="Roboto Thin"/>
              </a:rPr>
              <a:t>End-to-End Data Integration and Semantic Mapping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890B1E-C38B-84C9-E7AB-DCBD0E21C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4518"/>
            <a:ext cx="12192000" cy="298896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0BE1A2BF-A4D6-C75A-06A2-2A97509E496F}"/>
              </a:ext>
            </a:extLst>
          </p:cNvPr>
          <p:cNvSpPr/>
          <p:nvPr/>
        </p:nvSpPr>
        <p:spPr>
          <a:xfrm>
            <a:off x="-102636" y="2202023"/>
            <a:ext cx="3480318" cy="2453951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46203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0777D-FB6A-7CFC-DF66-B9B70C0CA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FFB3882-03AA-350A-6E95-6DC64F255977}"/>
              </a:ext>
            </a:extLst>
          </p:cNvPr>
          <p:cNvSpPr txBox="1">
            <a:spLocks/>
          </p:cNvSpPr>
          <p:nvPr/>
        </p:nvSpPr>
        <p:spPr>
          <a:xfrm>
            <a:off x="553328" y="194856"/>
            <a:ext cx="8229600" cy="91784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kern="1200">
                <a:solidFill>
                  <a:srgbClr val="FF66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 dirty="0">
                <a:ln>
                  <a:noFill/>
                </a:ln>
                <a:solidFill>
                  <a:srgbClr val="F15A22"/>
                </a:solidFill>
                <a:effectLst/>
                <a:uLnTx/>
                <a:uFillTx/>
                <a:latin typeface="Cambria" panose="02040503050406030204" pitchFamily="18" charset="0"/>
                <a:ea typeface="Roboto Thin"/>
              </a:rPr>
              <a:t>Data Extraction from HAL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D74992-46F8-D416-639B-B82DF10C0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798" y="1627157"/>
            <a:ext cx="6690940" cy="42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606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58116-77B9-459B-7695-875D06CF8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EDD4809-9BBB-B3BC-CB32-754075135343}"/>
              </a:ext>
            </a:extLst>
          </p:cNvPr>
          <p:cNvSpPr txBox="1">
            <a:spLocks/>
          </p:cNvSpPr>
          <p:nvPr/>
        </p:nvSpPr>
        <p:spPr>
          <a:xfrm>
            <a:off x="553328" y="194856"/>
            <a:ext cx="8229600" cy="91784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kern="1200">
                <a:solidFill>
                  <a:srgbClr val="FF66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 dirty="0">
                <a:ln>
                  <a:noFill/>
                </a:ln>
                <a:solidFill>
                  <a:srgbClr val="F15A22"/>
                </a:solidFill>
                <a:effectLst/>
                <a:uLnTx/>
                <a:uFillTx/>
                <a:latin typeface="Cambria" panose="02040503050406030204" pitchFamily="18" charset="0"/>
                <a:ea typeface="Roboto Thin"/>
              </a:rPr>
              <a:t>End-to-End Data Integration and Semantic Mapping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89CC15-65C2-8211-1C6D-5BFBCFF0F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4518"/>
            <a:ext cx="12192000" cy="298896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AABF7843-5582-FE69-2DFE-65AC27C24741}"/>
              </a:ext>
            </a:extLst>
          </p:cNvPr>
          <p:cNvSpPr/>
          <p:nvPr/>
        </p:nvSpPr>
        <p:spPr>
          <a:xfrm>
            <a:off x="2734831" y="1934519"/>
            <a:ext cx="5956681" cy="3221076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8715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0B242-A7D8-E5B4-0730-FBD69D960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01767C5-D459-629A-F54F-0A0A39C9FA49}"/>
              </a:ext>
            </a:extLst>
          </p:cNvPr>
          <p:cNvSpPr txBox="1">
            <a:spLocks/>
          </p:cNvSpPr>
          <p:nvPr/>
        </p:nvSpPr>
        <p:spPr>
          <a:xfrm>
            <a:off x="553328" y="194856"/>
            <a:ext cx="8229600" cy="91784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kern="1200">
                <a:solidFill>
                  <a:srgbClr val="FF66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15A22"/>
                </a:solidFill>
                <a:effectLst/>
                <a:uLnTx/>
                <a:uFillTx/>
                <a:latin typeface="Cambria" panose="02040503050406030204" pitchFamily="18" charset="0"/>
                <a:ea typeface="Roboto Thin"/>
              </a:rPr>
              <a:t>Wikidata</a:t>
            </a:r>
            <a:endParaRPr kumimoji="0" lang="en-CA" sz="3600" b="1" i="0" u="none" strike="noStrike" kern="1200" cap="none" spc="0" normalizeH="0" baseline="0" noProof="0" dirty="0">
              <a:ln>
                <a:noFill/>
              </a:ln>
              <a:solidFill>
                <a:srgbClr val="F15A22"/>
              </a:solidFill>
              <a:effectLst/>
              <a:uLnTx/>
              <a:uFillTx/>
              <a:latin typeface="Cambria" panose="02040503050406030204" pitchFamily="18" charset="0"/>
              <a:ea typeface="Roboto Thi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D7FE4B-97EB-1887-626F-BA263FD4E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8899"/>
            <a:ext cx="12192000" cy="468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784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6EDA5-03DC-536A-3BA9-3AAF4C6F6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FE6C1B-85DA-DFFE-7530-F001FAF9719B}"/>
              </a:ext>
            </a:extLst>
          </p:cNvPr>
          <p:cNvSpPr txBox="1">
            <a:spLocks/>
          </p:cNvSpPr>
          <p:nvPr/>
        </p:nvSpPr>
        <p:spPr>
          <a:xfrm>
            <a:off x="675247" y="255816"/>
            <a:ext cx="8229600" cy="91784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kern="1200">
                <a:solidFill>
                  <a:srgbClr val="FF66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>
                <a:ln>
                  <a:noFill/>
                </a:ln>
                <a:solidFill>
                  <a:srgbClr val="F15A22"/>
                </a:solidFill>
                <a:effectLst/>
                <a:uLnTx/>
                <a:uFillTx/>
                <a:latin typeface="Cambria" panose="02040503050406030204" pitchFamily="18" charset="0"/>
                <a:ea typeface="Roboto Thin"/>
              </a:rPr>
              <a:t>Final documentation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FE7128-2CEC-9E75-F6AE-EE03FE6BA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333" y="1113781"/>
            <a:ext cx="10202420" cy="574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219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533B5-B813-1FBF-07D3-25E4A2AD6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2EAC0C7-4D2F-A1BA-B54B-DC060B95BB98}"/>
              </a:ext>
            </a:extLst>
          </p:cNvPr>
          <p:cNvSpPr txBox="1">
            <a:spLocks/>
          </p:cNvSpPr>
          <p:nvPr/>
        </p:nvSpPr>
        <p:spPr>
          <a:xfrm>
            <a:off x="553328" y="194856"/>
            <a:ext cx="8229600" cy="91784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kern="1200">
                <a:solidFill>
                  <a:srgbClr val="FF66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 dirty="0">
                <a:ln>
                  <a:noFill/>
                </a:ln>
                <a:solidFill>
                  <a:srgbClr val="F15A22"/>
                </a:solidFill>
                <a:effectLst/>
                <a:uLnTx/>
                <a:uFillTx/>
                <a:latin typeface="Cambria" panose="02040503050406030204" pitchFamily="18" charset="0"/>
                <a:ea typeface="Roboto Thin"/>
              </a:rPr>
              <a:t>End-to-End Data Integration and Semantic Mapping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E34420-C5B4-5505-B94A-E2ECFF1B5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4518"/>
            <a:ext cx="12192000" cy="298896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4977540F-BA93-4618-7270-58A108C46F5E}"/>
              </a:ext>
            </a:extLst>
          </p:cNvPr>
          <p:cNvSpPr/>
          <p:nvPr/>
        </p:nvSpPr>
        <p:spPr>
          <a:xfrm>
            <a:off x="6645897" y="1934519"/>
            <a:ext cx="3299381" cy="3221076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9002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02C27-329C-AD3C-6EBC-BA0F9F73F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177F078-5529-5BD2-4A7F-13306B874417}"/>
              </a:ext>
            </a:extLst>
          </p:cNvPr>
          <p:cNvSpPr txBox="1">
            <a:spLocks/>
          </p:cNvSpPr>
          <p:nvPr/>
        </p:nvSpPr>
        <p:spPr>
          <a:xfrm>
            <a:off x="553328" y="194856"/>
            <a:ext cx="8229600" cy="91784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kern="1200">
                <a:solidFill>
                  <a:srgbClr val="FF66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 dirty="0">
                <a:ln>
                  <a:noFill/>
                </a:ln>
                <a:solidFill>
                  <a:srgbClr val="F15A22"/>
                </a:solidFill>
                <a:effectLst/>
                <a:uLnTx/>
                <a:uFillTx/>
                <a:latin typeface="Cambria" panose="02040503050406030204" pitchFamily="18" charset="0"/>
                <a:ea typeface="Roboto Thin"/>
              </a:rPr>
              <a:t>Human Validation and </a:t>
            </a:r>
            <a:r>
              <a:rPr kumimoji="0" lang="en-CA" sz="3600" b="1" i="0" u="none" strike="noStrike" kern="1200" cap="none" spc="0" normalizeH="0" baseline="0" noProof="0" dirty="0" err="1">
                <a:ln>
                  <a:noFill/>
                </a:ln>
                <a:solidFill>
                  <a:srgbClr val="F15A22"/>
                </a:solidFill>
                <a:effectLst/>
                <a:uLnTx/>
                <a:uFillTx/>
                <a:latin typeface="Cambria" panose="02040503050406030204" pitchFamily="18" charset="0"/>
                <a:ea typeface="Roboto Thin"/>
              </a:rPr>
              <a:t>Neo4j</a:t>
            </a:r>
            <a:r>
              <a:rPr kumimoji="0" lang="en-CA" sz="3600" b="1" i="0" u="none" strike="noStrike" kern="1200" cap="none" spc="0" normalizeH="0" baseline="0" noProof="0" dirty="0">
                <a:ln>
                  <a:noFill/>
                </a:ln>
                <a:solidFill>
                  <a:srgbClr val="F15A22"/>
                </a:solidFill>
                <a:effectLst/>
                <a:uLnTx/>
                <a:uFillTx/>
                <a:latin typeface="Cambria" panose="02040503050406030204" pitchFamily="18" charset="0"/>
                <a:ea typeface="Roboto Thin"/>
              </a:rPr>
              <a:t> + MySQL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3C751E-55CA-5731-D801-EBF638A31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683" y="944664"/>
            <a:ext cx="5692633" cy="496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605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1BD58-FB1A-D5E2-C8FB-D348175DB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837DDD3-650D-8C21-0531-EBA6AE08AE7E}"/>
              </a:ext>
            </a:extLst>
          </p:cNvPr>
          <p:cNvSpPr txBox="1">
            <a:spLocks/>
          </p:cNvSpPr>
          <p:nvPr/>
        </p:nvSpPr>
        <p:spPr>
          <a:xfrm>
            <a:off x="553328" y="194856"/>
            <a:ext cx="8229600" cy="91784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kern="1200">
                <a:solidFill>
                  <a:srgbClr val="FF66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 dirty="0">
                <a:ln>
                  <a:noFill/>
                </a:ln>
                <a:solidFill>
                  <a:srgbClr val="F15A22"/>
                </a:solidFill>
                <a:effectLst/>
                <a:uLnTx/>
                <a:uFillTx/>
                <a:latin typeface="Cambria" panose="02040503050406030204" pitchFamily="18" charset="0"/>
                <a:ea typeface="Roboto Thin"/>
              </a:rPr>
              <a:t>End-to-End Data Integration and Semantic Mapping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84B2CF-3E7D-6049-E9EF-63391FB5E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4518"/>
            <a:ext cx="12192000" cy="298896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059A06AC-E1BA-656A-B817-0B2EAF163612}"/>
              </a:ext>
            </a:extLst>
          </p:cNvPr>
          <p:cNvSpPr/>
          <p:nvPr/>
        </p:nvSpPr>
        <p:spPr>
          <a:xfrm>
            <a:off x="7022969" y="2036190"/>
            <a:ext cx="5033913" cy="1979629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1616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D2CF0-30F0-B590-E605-73525D939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6E953B8-D6B0-B0DD-2FBF-543850D8C351}"/>
              </a:ext>
            </a:extLst>
          </p:cNvPr>
          <p:cNvSpPr txBox="1">
            <a:spLocks/>
          </p:cNvSpPr>
          <p:nvPr/>
        </p:nvSpPr>
        <p:spPr>
          <a:xfrm>
            <a:off x="553328" y="194856"/>
            <a:ext cx="8229600" cy="91784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kern="1200">
                <a:solidFill>
                  <a:srgbClr val="FF6600"/>
                </a:solidFill>
                <a:latin typeface="Cambria"/>
                <a:ea typeface="+mj-ea"/>
                <a:cs typeface="Cambri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1" i="0" u="none" strike="noStrike" kern="1200" cap="none" spc="0" normalizeH="0" baseline="0" noProof="0" dirty="0">
                <a:ln>
                  <a:noFill/>
                </a:ln>
                <a:solidFill>
                  <a:srgbClr val="F15A22"/>
                </a:solidFill>
                <a:effectLst/>
                <a:uLnTx/>
                <a:uFillTx/>
                <a:latin typeface="Cambria" panose="02040503050406030204" pitchFamily="18" charset="0"/>
                <a:ea typeface="Roboto Thin"/>
              </a:rPr>
              <a:t>Application Layer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D38AE4-2B59-4F70-E98B-79881E0CE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675" y="1916299"/>
            <a:ext cx="10272650" cy="30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280732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43f7fe4-4a0b-4a73-89e5-cd77d14116ce">
      <Terms xmlns="http://schemas.microsoft.com/office/infopath/2007/PartnerControls"/>
    </lcf76f155ced4ddcb4097134ff3c332f>
    <TaxCatchAll xmlns="22aa7d73-b866-4b82-9af1-1d0ac6ddfac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A4D670D293704E9AAFB7C46A7C1CD6" ma:contentTypeVersion="16" ma:contentTypeDescription="Create a new document." ma:contentTypeScope="" ma:versionID="2129be0ab634420bbee764d4875ab3e5">
  <xsd:schema xmlns:xsd="http://www.w3.org/2001/XMLSchema" xmlns:xs="http://www.w3.org/2001/XMLSchema" xmlns:p="http://schemas.microsoft.com/office/2006/metadata/properties" xmlns:ns2="043f7fe4-4a0b-4a73-89e5-cd77d14116ce" xmlns:ns3="22aa7d73-b866-4b82-9af1-1d0ac6ddfacf" targetNamespace="http://schemas.microsoft.com/office/2006/metadata/properties" ma:root="true" ma:fieldsID="ce021a69343d9be7de65a4785ea8b8d6" ns2:_="" ns3:_="">
    <xsd:import namespace="043f7fe4-4a0b-4a73-89e5-cd77d14116ce"/>
    <xsd:import namespace="22aa7d73-b866-4b82-9af1-1d0ac6ddfa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3f7fe4-4a0b-4a73-89e5-cd77d14116c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21d2dd0-13a9-4df6-a0d3-7a3610e8c5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aa7d73-b866-4b82-9af1-1d0ac6ddfacf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c62360d8-fa0d-4a1d-97c7-0015902f7a88}" ma:internalName="TaxCatchAll" ma:showField="CatchAllData" ma:web="22aa7d73-b866-4b82-9af1-1d0ac6ddfa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3C65A3-44F6-40CE-B9ED-76EBA0507B28}">
  <ds:schemaRefs>
    <ds:schemaRef ds:uri="043f7fe4-4a0b-4a73-89e5-cd77d14116ce"/>
    <ds:schemaRef ds:uri="22aa7d73-b866-4b82-9af1-1d0ac6ddfac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C545B71-46EE-4D46-84BE-F3D18B94DCEE}">
  <ds:schemaRefs>
    <ds:schemaRef ds:uri="043f7fe4-4a0b-4a73-89e5-cd77d14116ce"/>
    <ds:schemaRef ds:uri="22aa7d73-b866-4b82-9af1-1d0ac6ddfac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04B0060-2E55-4310-A4D6-F4EC3DED61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</TotalTime>
  <Words>511</Words>
  <Application>Microsoft Office PowerPoint</Application>
  <PresentationFormat>Widescreen</PresentationFormat>
  <Paragraphs>56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4_Office Theme</vt:lpstr>
      <vt:lpstr>1_Office Theme</vt:lpstr>
      <vt:lpstr>PowerPoint Presentation</vt:lpstr>
      <vt:lpstr>Opening </vt:lpstr>
      <vt:lpstr>Problem</vt:lpstr>
      <vt:lpstr>Project Context </vt:lpstr>
      <vt:lpstr>Solution</vt:lpstr>
      <vt:lpstr>Key Technical Components</vt:lpstr>
      <vt:lpstr>Generalization</vt:lpstr>
      <vt:lpstr>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Hau Man Yeung</dc:creator>
  <cp:lastModifiedBy>Maria Sandate Trejo</cp:lastModifiedBy>
  <cp:revision>7</cp:revision>
  <dcterms:created xsi:type="dcterms:W3CDTF">2022-04-05T20:03:39Z</dcterms:created>
  <dcterms:modified xsi:type="dcterms:W3CDTF">2025-11-17T21:24:48Z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0x01010015A4D670D293704E9AAFB7C46A7C1CD6</vt:lpwstr>
  </property>
  <property fmtid="{D5CDD505-2E9C-101B-9397-08002B2CF9AE}" pid="3" name="MediaServiceImageTags">
    <vt:lpwstr/>
  </property>
</Properties>
</file>